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461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700" b="1" kern="0" spc="300" dirty="0">
                <a:solidFill>
                  <a:srgbClr val="40C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CHADATECH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We Expand Scrum?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2200" dirty="0">
                <a:solidFill>
                  <a:srgbClr val="D8E6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SNHU Travel pilot | Agile vs. waterfall | Leadership recommendation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300" dirty="0">
                <a:solidFill>
                  <a:srgbClr val="B5C8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250 Final Project  •  October 2026</a:t>
            </a:r>
            <a:endParaRPr 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6F8CD-DC0D-979C-636D-0E06FA35643B}"/>
              </a:ext>
            </a:extLst>
          </p:cNvPr>
          <p:cNvSpPr txBox="1"/>
          <p:nvPr/>
        </p:nvSpPr>
        <p:spPr>
          <a:xfrm>
            <a:off x="735875" y="3945972"/>
            <a:ext cx="5692239" cy="27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Jarid Ames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CS-250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Professor Farley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chemeClr val="bg1"/>
                </a:solidFill>
              </a:rPr>
              <a:t>October, 25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2026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Why ChadaTech Tested Scrum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73936"/>
            <a:ext cx="53492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956816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objective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2414016"/>
            <a:ext cx="49469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short iterations to build the SNHU Travel application, gather feedback, and improve team collaboration.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773936"/>
            <a:ext cx="5349240" cy="2834640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956816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question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414016"/>
            <a:ext cx="49469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an iterative approach improve delivery and customer value enough to justify moving beyond waterfall?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emphasizes transparency, inspection, and adaptation—not just faster task completion.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Saini (2024); Digital.ai (2025).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Three Scrum Accountabilities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755648"/>
            <a:ext cx="3575304" cy="36118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95528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Owner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95528" y="2395728"/>
            <a:ext cx="3172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product direction, orders the backlog, and maximizes customer value. SNHU Travel: translates requests into prioritized user stories.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15968" y="1755648"/>
            <a:ext cx="3575304" cy="36118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17136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17136" y="2395728"/>
            <a:ext cx="3172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and build a usable increment, including development, quality assurance, and testing. SNHU Travel: implement and validate features.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37576" y="1755648"/>
            <a:ext cx="3575304" cy="361188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38744" y="1938528"/>
            <a:ext cx="3172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Master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38744" y="2395728"/>
            <a:ext cx="317296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Coaches Scrum, supports team effectiveness, and helps remove impediments. SNHU Travel: improves coordination and communication.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Kaczor (2025); Saini (2024). Scrum has three accountabilities; “Tester” is a skill/responsibility within Developers.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The SDLC Still Happens in Agile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645920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E7F1F7"/>
          </a:solidFill>
          <a:ln w="635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79222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746504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&amp; analyze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69664" y="1746504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travel customer needs and organize backlog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3232" y="2478024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9264" y="26243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578608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9664" y="2578608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 small feature and its acceptance criteria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3232" y="3310128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E7F1F7"/>
          </a:solidFill>
          <a:ln w="635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9264" y="345643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3410712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9664" y="341071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the selected functionality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13232" y="4142232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9264" y="428853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24281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169664" y="4242816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expected behavior and fix defects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3232" y="4974336"/>
            <a:ext cx="10771632" cy="694944"/>
          </a:xfrm>
          <a:prstGeom prst="roundRect">
            <a:avLst>
              <a:gd name="adj" fmla="val 10526"/>
            </a:avLst>
          </a:prstGeom>
          <a:solidFill>
            <a:srgbClr val="E7F1F7"/>
          </a:solidFill>
          <a:ln w="635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9264" y="5120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5074920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&amp; maintain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69664" y="5074920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 a usable increment, monitor and improve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IBM (2025). Agile repeats these activities in smaller cycles instead of completing them only once.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How Scrum Organizes the Work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1746504"/>
            <a:ext cx="5376672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192938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Planning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9536" y="2386584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Sprint Goal and achievable backlog items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746504"/>
            <a:ext cx="5376672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192938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Scrum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64808" y="2386584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progress; adapt Developers’ plan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8368" y="3621024"/>
            <a:ext cx="5376672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9536" y="380390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Review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9536" y="4261104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increment with stakeholders; adapt backlog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621024"/>
            <a:ext cx="5376672" cy="1627632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64808" y="380390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Retrospective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64808" y="4261104"/>
            <a:ext cx="497433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teamwork and the delivery process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backlog → Sprint backlog → Usable increment → Feedback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Kaczor (2025); Saini (2024).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Waterfall vs. Agile: Different Tradeoffs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53912" y="1737360"/>
            <a:ext cx="539496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WATERFALL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60120" y="2697480"/>
            <a:ext cx="463600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Sequential stages and upfront planning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stable scope and formal handoffs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Late changes may require rework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Useful when requirements are predictable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19088" y="19933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/ AGILE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473952" y="2697480"/>
            <a:ext cx="462686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Repeated short delivery cycles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Regular stakeholder feedback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Adapt backlog as understanding changes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Requires engagement and disciplined prioritization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IBM (2025); Digital.ai (2025); Atlassian (n.d.).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What the SNHU Travel Pilot Taught Us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9224" y="1792224"/>
            <a:ext cx="5349240" cy="2907792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1975104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stories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0392" y="2432304"/>
            <a:ext cx="494690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ordering made customer requests more manageable. Missing acceptance details revealed the need for earlier clarification.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99632" y="1792224"/>
            <a:ext cx="5349240" cy="2907792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975104"/>
            <a:ext cx="4946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and testing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432304"/>
            <a:ext cx="494690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Java image-resizing update initially changed text but not the pictures. Retesting exposed the issue and led to correction.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" y="5230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Lesson: make requirements visible, check working software often, and respond to feedback.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SNHU Travel course exercises and retrospective (course experience).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What Should Determine the Method?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28216"/>
            <a:ext cx="5376672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911096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frequency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41248" y="2368296"/>
            <a:ext cx="4974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customer insights favor Agile; fixed requirements may favor waterfall.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1728216"/>
            <a:ext cx="5376672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1911096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 access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64808" y="2368296"/>
            <a:ext cx="4974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Scrum needs regular feedback and product decisions.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5376672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389534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and governance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41248" y="4352544"/>
            <a:ext cx="4974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Regulated work may require stronger documentation and controls in either approach.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712464"/>
            <a:ext cx="5376672" cy="1709928"/>
          </a:xfrm>
          <a:prstGeom prst="roundRect">
            <a:avLst>
              <a:gd name="adj" fmla="val 8021"/>
            </a:avLst>
          </a:prstGeom>
          <a:solidFill>
            <a:srgbClr val="FFFFFF"/>
          </a:solidFill>
          <a:ln w="1016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64808" y="3895344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readiness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64808" y="4352544"/>
            <a:ext cx="49743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Cross-functional skills, ownership, and coaching influence outcomes.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IBM (2025); Kaczor (2025); Digital.ai (2025).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CHADATECH  /  SNHU TRAVEL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Recommendation: Scale in Stages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007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0C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55064" y="1700784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the pilot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718304" y="1700784"/>
            <a:ext cx="6428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or two more products with evolving requirements.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734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0C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655064" y="2734056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the roles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18304" y="2734056"/>
            <a:ext cx="6428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Product Owners, Scrum Masters, and cross-functional Developers.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76732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0C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55064" y="3767328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outcomes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18304" y="3767328"/>
            <a:ext cx="6428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delivered value, quality, stakeholder feedback, and predictability—not velocity alone.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40C9A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655064" y="4800600"/>
            <a:ext cx="30175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74A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selectively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18304" y="4800600"/>
            <a:ext cx="6428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results before changing all teams; retain predictive methods where warranted.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5952744"/>
            <a:ext cx="10652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expand Scrum deliberately, not as a company-wide overnight replacement.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4360" y="626364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364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Digital.ai (2025); Kaczor (2025).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40C9A2"/>
          </a:solidFill>
          <a:ln w="12700">
            <a:solidFill>
              <a:srgbClr val="40C9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320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374AB"/>
                </a:solidFill>
              </a:rPr>
              <a:t>APA 7  /  PROFESSIONAL 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58952"/>
            <a:ext cx="11018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5243A"/>
                </a:solidFill>
              </a:rPr>
              <a:t>References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94360" y="1435608"/>
            <a:ext cx="10972800" cy="0"/>
          </a:xfrm>
          <a:prstGeom prst="line">
            <a:avLst/>
          </a:prstGeom>
          <a:noFill/>
          <a:ln w="15240">
            <a:solidFill>
              <a:srgbClr val="DCE5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018520" y="646480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36477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00784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Atlassian. (n.d.). Waterfall vs. Agile: The differences in project management methodologies. https://www.atlassian.com/agile/project-management/project-management-intro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Digital.ai. (2025). 18th State of Agile report. https://digital.ai/resource-center/analyst-reports/18th-state-of-agile-report/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822960" y="3419856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IBM. (2025). What is the software development lifecycle (SDLC)? https://www.ibm.com/think/topics/sdlc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822960" y="4279392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Kaczor, K. (2025, April 7). Accountability, responsibility and authority in Scrum. Scrum.org. https://www.scrum.org/resources/blog/accountability-responsibility-and-authority-scrum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822960" y="5138928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7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Saini, S. (2024, May 22). The Scrum Master and Product Owner: A partnership for success—Part 1. Scrum.org. https://www.scrum.org/resources/blog/scrum-master-and-product-owner-partnership-success-part-1</a:t>
            </a:r>
            <a:endParaRPr lang="en-US" sz="12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878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ChadaTech | Scrum-Agile Pilot Findings</dc:title>
  <dc:subject>ChadaTech Agile pilot</dc:subject>
  <dc:creator>CS 250</dc:creator>
  <cp:lastModifiedBy>Ames, Jarid</cp:lastModifiedBy>
  <cp:revision>2</cp:revision>
  <dcterms:created xsi:type="dcterms:W3CDTF">2026-10-26T05:08:09Z</dcterms:created>
  <dcterms:modified xsi:type="dcterms:W3CDTF">2026-10-26T12:13:25Z</dcterms:modified>
</cp:coreProperties>
</file>